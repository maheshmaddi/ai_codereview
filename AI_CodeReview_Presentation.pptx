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9184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28016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CodeReview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Centralized Code Review Platform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github.com/maheshmaddi/ai_codereview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1F3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AI CodeReview?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Components &amp; Commands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1089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— End-to-End Flow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7490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Integration (Webhooks + Polling)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43891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UI — Management Dashboard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5029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56692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Structure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63093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Benefits &amp; Roadmap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1F3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AI CodeReview?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AI-powered code review platform integrated with GitHub Pull Requests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OpenCode custom commands + AI agents for deep project understanding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module-level review guidelines tailored to YOUR codebase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1089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structured review comments directly on GitHub PRs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7490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UI with Azure AD SSO for architects to manage review standards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43891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Consistent, intelligent, and automated code reviews at scale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1F3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Components &amp; Commands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822960"/>
          </a:xfrm>
          <a:prstGeom prst="roundRect">
            <a:avLst>
              <a:gd name="adj" fmla="val 11111"/>
            </a:avLst>
          </a:prstGeom>
          <a:solidFill>
            <a:srgbClr val="F0F4F8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097280"/>
            <a:ext cx="109728" cy="822960"/>
          </a:xfrm>
          <a:prstGeom prst="roundRect">
            <a:avLst>
              <a:gd name="adj" fmla="val 41667"/>
            </a:avLst>
          </a:prstGeom>
          <a:solidFill>
            <a:srgbClr val="4A90D9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143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/codereview-int-deep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1481328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initialization — scans project, generates module-level &amp; root-level review guidelines, produces codereview_index.json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8046720" cy="822960"/>
          </a:xfrm>
          <a:prstGeom prst="roundRect">
            <a:avLst>
              <a:gd name="adj" fmla="val 11111"/>
            </a:avLst>
          </a:prstGeom>
          <a:solidFill>
            <a:srgbClr val="F0F4F8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103120"/>
            <a:ext cx="109728" cy="822960"/>
          </a:xfrm>
          <a:prstGeom prst="roundRect">
            <a:avLst>
              <a:gd name="adj" fmla="val 41667"/>
            </a:avLst>
          </a:prstGeom>
          <a:solidFill>
            <a:srgbClr val="E67E22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148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/codereview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2487168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PR code review — diffs branches, loads relevant guidelines, generates structured review output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108960"/>
            <a:ext cx="8046720" cy="822960"/>
          </a:xfrm>
          <a:prstGeom prst="roundRect">
            <a:avLst>
              <a:gd name="adj" fmla="val 11111"/>
            </a:avLst>
          </a:prstGeom>
          <a:solidFill>
            <a:srgbClr val="F0F4F8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3108960"/>
            <a:ext cx="109728" cy="822960"/>
          </a:xfrm>
          <a:prstGeom prst="roundRect">
            <a:avLst>
              <a:gd name="adj" fmla="val 41667"/>
            </a:avLst>
          </a:prstGeom>
          <a:solidFill>
            <a:srgbClr val="50C878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154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/pushcomments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14400" y="3493008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review summary and per-line comments to the GitHub PR via GitHub API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114800"/>
            <a:ext cx="8046720" cy="822960"/>
          </a:xfrm>
          <a:prstGeom prst="roundRect">
            <a:avLst>
              <a:gd name="adj" fmla="val 11111"/>
            </a:avLst>
          </a:prstGeom>
          <a:solidFill>
            <a:srgbClr val="F0F4F8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4114800"/>
            <a:ext cx="109728" cy="822960"/>
          </a:xfrm>
          <a:prstGeom prst="roundRect">
            <a:avLst>
              <a:gd name="adj" fmla="val 41667"/>
            </a:avLst>
          </a:prstGeom>
          <a:solidFill>
            <a:srgbClr val="9B59B6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160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UI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4498848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dashboard with Azure AD SSO for architects to view, edit &amp; manage review documents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1F3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4A90D9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3716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/ Webhook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0" y="1371600"/>
            <a:ext cx="2011680" cy="914400"/>
          </a:xfrm>
          <a:prstGeom prst="roundRect">
            <a:avLst>
              <a:gd name="adj" fmla="val 10000"/>
            </a:avLst>
          </a:prstGeom>
          <a:solidFill>
            <a:srgbClr val="E67E22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0" y="137160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Server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303520" y="1371600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50C878"/>
          </a:solidFill>
          <a:ln/>
        </p:spPr>
      </p:sp>
      <p:sp>
        <p:nvSpPr>
          <p:cNvPr id="9" name="Text 7"/>
          <p:cNvSpPr/>
          <p:nvPr/>
        </p:nvSpPr>
        <p:spPr>
          <a:xfrm>
            <a:off x="5303520" y="13716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OpenCode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498080" y="1371600"/>
            <a:ext cx="1371600" cy="914400"/>
          </a:xfrm>
          <a:prstGeom prst="roundRect">
            <a:avLst>
              <a:gd name="adj" fmla="val 10000"/>
            </a:avLst>
          </a:prstGeom>
          <a:solidFill>
            <a:srgbClr val="9B59B6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0" y="137160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(GPT/Claude)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0" y="2926080"/>
            <a:ext cx="2011680" cy="731520"/>
          </a:xfrm>
          <a:prstGeom prst="roundRect">
            <a:avLst>
              <a:gd name="adj" fmla="val 12500"/>
            </a:avLst>
          </a:prstGeom>
          <a:solidFill>
            <a:srgbClr val="6B7280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0" y="292608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03520" y="2926080"/>
            <a:ext cx="1828800" cy="731520"/>
          </a:xfrm>
          <a:prstGeom prst="roundRect">
            <a:avLst>
              <a:gd name="adj" fmla="val 12500"/>
            </a:avLst>
          </a:prstGeom>
          <a:solidFill>
            <a:srgbClr val="6B7280"/>
          </a:solidFill>
          <a:ln/>
        </p:spPr>
      </p:sp>
      <p:sp>
        <p:nvSpPr>
          <p:cNvPr id="15" name="Text 13"/>
          <p:cNvSpPr/>
          <p:nvPr/>
        </p:nvSpPr>
        <p:spPr>
          <a:xfrm>
            <a:off x="5303520" y="29260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Store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Data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926080"/>
            <a:ext cx="1828800" cy="731520"/>
          </a:xfrm>
          <a:prstGeom prst="roundRect">
            <a:avLst>
              <a:gd name="adj" fmla="val 12500"/>
            </a:avLst>
          </a:prstGeom>
          <a:solidFill>
            <a:srgbClr val="E74C3C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29260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UI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194560" y="1828800"/>
            <a:ext cx="548640" cy="0"/>
          </a:xfrm>
          <a:prstGeom prst="line">
            <a:avLst/>
          </a:prstGeom>
          <a:noFill/>
          <a:ln w="19050">
            <a:solidFill>
              <a:srgbClr val="1B1F3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0" y="1828800"/>
            <a:ext cx="548640" cy="0"/>
          </a:xfrm>
          <a:prstGeom prst="line">
            <a:avLst/>
          </a:prstGeom>
          <a:noFill/>
          <a:ln w="19050">
            <a:solidFill>
              <a:srgbClr val="1B1F3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32320" y="1828800"/>
            <a:ext cx="365760" cy="0"/>
          </a:xfrm>
          <a:prstGeom prst="line">
            <a:avLst/>
          </a:prstGeom>
          <a:noFill/>
          <a:ln w="19050">
            <a:solidFill>
              <a:srgbClr val="1B1F3B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1F3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— End-to-End Flow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143000" y="960120"/>
            <a:ext cx="457200" cy="45720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960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1463040" cy="640080"/>
          </a:xfrm>
          <a:prstGeom prst="roundRect">
            <a:avLst>
              <a:gd name="adj" fmla="val 11429"/>
            </a:avLst>
          </a:prstGeom>
          <a:solidFill>
            <a:srgbClr val="F0F4F8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50876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PR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03120" y="1828800"/>
            <a:ext cx="13716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743200" y="960120"/>
            <a:ext cx="457200" cy="45720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0" y="960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240280" y="1508760"/>
            <a:ext cx="1463040" cy="640080"/>
          </a:xfrm>
          <a:prstGeom prst="roundRect">
            <a:avLst>
              <a:gd name="adj" fmla="val 11429"/>
            </a:avLst>
          </a:prstGeom>
          <a:solidFill>
            <a:srgbClr val="F0F4F8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40280" y="150876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/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Polling triggers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703320" y="1828800"/>
            <a:ext cx="13716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343400" y="2148840"/>
            <a:ext cx="457200" cy="45720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5" name="Text 13"/>
          <p:cNvSpPr/>
          <p:nvPr/>
        </p:nvSpPr>
        <p:spPr>
          <a:xfrm>
            <a:off x="4343400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40480" y="2697480"/>
            <a:ext cx="1463040" cy="640080"/>
          </a:xfrm>
          <a:prstGeom prst="roundRect">
            <a:avLst>
              <a:gd name="adj" fmla="val 11429"/>
            </a:avLst>
          </a:prstGeom>
          <a:solidFill>
            <a:srgbClr val="F0F4F8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0" y="26974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Init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(generate guidelines)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303520" y="3017520"/>
            <a:ext cx="13716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943600" y="2148840"/>
            <a:ext cx="457200" cy="45720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0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440680" y="2697480"/>
            <a:ext cx="1463040" cy="640080"/>
          </a:xfrm>
          <a:prstGeom prst="roundRect">
            <a:avLst>
              <a:gd name="adj" fmla="val 11429"/>
            </a:avLst>
          </a:prstGeom>
          <a:solidFill>
            <a:srgbClr val="F0F4F8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40680" y="26974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(analyze diff)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903720" y="3017520"/>
            <a:ext cx="13716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543800" y="3246120"/>
            <a:ext cx="457200" cy="45720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25" name="Text 23"/>
          <p:cNvSpPr/>
          <p:nvPr/>
        </p:nvSpPr>
        <p:spPr>
          <a:xfrm>
            <a:off x="754380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040880" y="3794760"/>
            <a:ext cx="1463040" cy="640080"/>
          </a:xfrm>
          <a:prstGeom prst="roundRect">
            <a:avLst>
              <a:gd name="adj" fmla="val 11429"/>
            </a:avLst>
          </a:prstGeom>
          <a:solidFill>
            <a:srgbClr val="F0F4F8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40880" y="379476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Comments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GitHub PR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1F3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Integration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modes: Webhook-driven (real-time) &amp; Polling (token-based, 60s interval)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'ai_codereview' label to any PR → triggers automated review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workflow pre-configured (.github/workflows/opencode-codereview.yml)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1089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Polling API: /api/polling/start | /stop | /trigger | /status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7490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Octokit REST API for posting per-line review comments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43891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GITHUB_TOKEN secret in repo (auto-provided by GitHub Actions)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5029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output: summary + structured per-file, per-line comments on the PR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1F3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UI — Management Dashboard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3840480" cy="1188720"/>
          </a:xfrm>
          <a:prstGeom prst="roundRect">
            <a:avLst>
              <a:gd name="adj" fmla="val 7692"/>
            </a:avLst>
          </a:prstGeom>
          <a:solidFill>
            <a:srgbClr val="F0F4F8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325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280160" y="1325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17373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registered projects with status badges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840480" cy="1188720"/>
          </a:xfrm>
          <a:prstGeom prst="roundRect">
            <a:avLst>
              <a:gd name="adj" fmla="val 7692"/>
            </a:avLst>
          </a:prstGeom>
          <a:solidFill>
            <a:srgbClr val="F0F4F8"/>
          </a:solidFill>
          <a:ln/>
        </p:spPr>
      </p:sp>
      <p:sp>
        <p:nvSpPr>
          <p:cNvPr id="9" name="Text 7"/>
          <p:cNvSpPr/>
          <p:nvPr/>
        </p:nvSpPr>
        <p:spPr>
          <a:xfrm>
            <a:off x="4892040" y="1325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486400" y="1325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Explorer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0" y="17373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tree with Monaco editor + live markdown preview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651760"/>
            <a:ext cx="3840480" cy="1188720"/>
          </a:xfrm>
          <a:prstGeom prst="roundRect">
            <a:avLst>
              <a:gd name="adj" fmla="val 7692"/>
            </a:avLst>
          </a:prstGeom>
          <a:solidFill>
            <a:srgbClr val="F0F4F8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788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280160" y="2788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History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80160" y="3200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of all PR reviews with verdicts &amp; links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2651760"/>
            <a:ext cx="3840480" cy="1188720"/>
          </a:xfrm>
          <a:prstGeom prst="roundRect">
            <a:avLst>
              <a:gd name="adj" fmla="val 7692"/>
            </a:avLst>
          </a:prstGeom>
          <a:solidFill>
            <a:srgbClr val="F0F4F8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2788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486400" y="2788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486400" y="3200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Per-project config: model, excluded paths, polling toggle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1F3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8046720" cy="438912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5156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Commands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474720" y="1051560"/>
            <a:ext cx="5120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OpenCode custom commands + agents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490472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UI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474720" y="1490472"/>
            <a:ext cx="5120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14, TypeScript, Tailwind CSS, Monaco Editor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1929384"/>
            <a:ext cx="8046720" cy="438912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929384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74720" y="1929384"/>
            <a:ext cx="5120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AD via NextAuth.js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2368296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74720" y="2368296"/>
            <a:ext cx="5120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Express.js, TypeScript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2807208"/>
            <a:ext cx="8046720" cy="438912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807208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74720" y="2807208"/>
            <a:ext cx="5120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(sqlite3)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" y="324612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74720" y="3246120"/>
            <a:ext cx="5120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Octokit REST API (polling + webhooks)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3685032"/>
            <a:ext cx="8046720" cy="438912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685032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Integration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474720" y="3685032"/>
            <a:ext cx="5120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@opencode-ai/sdk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1520" y="4123944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474720" y="4123944"/>
            <a:ext cx="5120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or native scripts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1F3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Benefits &amp; Roadmap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Key Benefits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Consistent, standards-based reviews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057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AI learns YOUR codebase patterns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468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Reduces review time by 60-80%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880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Centralized guideline management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0" y="10972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Roadmap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37760" y="1645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Multi-repo support at scale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2057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Custom LLM model selection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2468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Review analytics &amp; metrics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2880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Slack/Teams notification integration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0" y="4389120"/>
            <a:ext cx="9144000" cy="457200"/>
          </a:xfrm>
          <a:prstGeom prst="rect">
            <a:avLst/>
          </a:prstGeom>
          <a:solidFill>
            <a:srgbClr val="1B1F3B"/>
          </a:solidFill>
          <a:ln/>
        </p:spPr>
      </p:sp>
      <p:sp>
        <p:nvSpPr>
          <p:cNvPr id="15" name="Text 13"/>
          <p:cNvSpPr/>
          <p:nvPr/>
        </p:nvSpPr>
        <p:spPr>
          <a:xfrm>
            <a:off x="0" y="43891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github.com/maheshmaddi/ai_codereview  |  Thank you!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CodeReview - Technical Overview</dc:title>
  <dc:subject>AI-Powered Centralized Code Review Platform</dc:subject>
  <dc:creator>Mahesh Maddi</dc:creator>
  <cp:lastModifiedBy>Mahesh Maddi</cp:lastModifiedBy>
  <cp:revision>1</cp:revision>
  <dcterms:created xsi:type="dcterms:W3CDTF">2026-04-05T23:15:47Z</dcterms:created>
  <dcterms:modified xsi:type="dcterms:W3CDTF">2026-04-05T23:15:47Z</dcterms:modified>
</cp:coreProperties>
</file>